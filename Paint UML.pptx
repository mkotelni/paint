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2799bb5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2799bb5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2799bb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2799bb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799bb5e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799bb5e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2799bb5e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2799bb5e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 UML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493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“Save As” Activity Diagram</a:t>
            </a:r>
            <a:endParaRPr/>
          </a:p>
        </p:txBody>
      </p:sp>
      <p:pic>
        <p:nvPicPr>
          <p:cNvPr id="60" name="Google Shape;60;p14" title="SaveAsActiv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325" y="0"/>
            <a:ext cx="42685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66700" y="47625"/>
            <a:ext cx="306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Class Diagram</a:t>
            </a:r>
            <a:endParaRPr/>
          </a:p>
        </p:txBody>
      </p:sp>
      <p:pic>
        <p:nvPicPr>
          <p:cNvPr id="66" name="Google Shape;66;p15" title="ToolClass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526" y="658925"/>
            <a:ext cx="7312925" cy="44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123825" y="83075"/>
            <a:ext cx="450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Menu Use Case Diagram</a:t>
            </a:r>
            <a:endParaRPr/>
          </a:p>
        </p:txBody>
      </p:sp>
      <p:pic>
        <p:nvPicPr>
          <p:cNvPr id="72" name="Google Shape;72;p16" title="FileMenuUseC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150" y="725600"/>
            <a:ext cx="8688849" cy="44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Irregular Polygon Tool State Diagram</a:t>
            </a:r>
            <a:endParaRPr/>
          </a:p>
        </p:txBody>
      </p:sp>
      <p:pic>
        <p:nvPicPr>
          <p:cNvPr id="78" name="Google Shape;78;p17" title="IrregularPolygonSt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1075"/>
            <a:ext cx="9143999" cy="354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